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460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Bonjour, nous présentons notre projet d'analyse de 782 séismes majeurs entre 2001 et 2022, avec une variable tsunami. Nous avons suivi le processus KDD.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dataset est multidimensionnel : temporel, spatial et analytique. 782 séismes, 13 variables, aucune donnée manquante. Uniquement des séismes forts (mag &gt;= 6,5). 38,9% ont généré un tsunami.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Nous suivons les 4 étapes du KDD. Tout est organisé en fonctions appelées dans le main, comme demandé par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Indicateur 1 : la magnitude max par an. groupby + max. Les plus forts : 2004 et 2011, magnitude 9,1.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Indicateur 2 : règles d'association. On binarise les variables, on applique Apriori. Règle clé : superficiel + fort =&gt; significatif, confiance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Indicateur 3 : tendance temporelle avec régression linéaire. Pente +0,7/an. Mais attention, c'est probablement dû à la détection, pas à une vraie hausse.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Indicateur 4 : clustering spatial KMeans, 6 zones. On normalise d'abord. Résultat : la zone la plus active n'est pas la plus dangereuse.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dashboard rassemble les 4 graphiques interactifs dans un seul HTML, avec titre, dataset et noms de l'équipe. Il sert de preuve de fonctionnement.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conclusion : 4 enseignements. Le plus marquant : la zone la plus active n'est pas la plus dangereuse. Merci, nous sommes prêts pour vos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436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10058400" y="4023360"/>
            <a:ext cx="4114800" cy="4114800"/>
          </a:xfrm>
          <a:prstGeom prst="ellipse">
            <a:avLst/>
          </a:prstGeom>
          <a:solidFill>
            <a:srgbClr val="2232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9DB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ANALYSIS (MACSIN4A2225) · ESILV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des séismes et tsunamis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monde (2001–2022)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processus KDD sur 782 événements sismiques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5029200"/>
            <a:ext cx="292608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7724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Chanez Iglouli   ·   Kamil Ghannam   ·   Chahd Oulad-mhammed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B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données : earthquake_data_tsunami.csv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jeu de données : un dataset multidimensionnel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777240" y="1536192"/>
            <a:ext cx="411480" cy="411480"/>
          </a:xfrm>
          <a:prstGeom prst="ellipse">
            <a:avLst/>
          </a:prstGeom>
          <a:solidFill>
            <a:srgbClr val="2E5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Temporelle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(2001–2022)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572000" y="1536192"/>
            <a:ext cx="411480" cy="4114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0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Spatiale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9432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latitude / longitude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258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8366760" y="1536192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8366760" y="15361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91540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Analytique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94192" y="2103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magnitude, depth, sig, cdi, tsunami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782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séismes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8328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338328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21792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manquante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052560" y="35661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38,9 %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905256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 causé un tsunami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6,5 à 9,1 (moy. 6,94)  ·  </a:t>
            </a: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Profondeur </a:t>
            </a: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2,7 à 671 km  ·  Couverture mondiale, 22 ans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Analysis — ESILV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: le processus KDD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508760" y="2103120"/>
            <a:ext cx="594360" cy="594360"/>
          </a:xfrm>
          <a:prstGeom prst="ellipse">
            <a:avLst/>
          </a:prstGeom>
          <a:solidFill>
            <a:srgbClr val="2E5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150876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du CSV (load_data)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90672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594360" cy="594360"/>
          </a:xfrm>
          <a:prstGeom prst="ellipse">
            <a:avLst/>
          </a:prstGeom>
          <a:solidFill>
            <a:srgbClr val="2E5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3891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6616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les données (explore_data)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71032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309360" y="18288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269480" y="210312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26948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4652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requêtes d'analyse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51392" y="2651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392B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9189720" y="182880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F4F8F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10149840" y="2103120"/>
            <a:ext cx="594360" cy="594360"/>
          </a:xfrm>
          <a:prstGeom prst="ellipse">
            <a:avLst/>
          </a:prstGeom>
          <a:solidFill>
            <a:srgbClr val="2E5E8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1014984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8346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32918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interactif HTML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traitement est encapsulé dans une fonction commentée, appelée depuis le bloc principal du notebook.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Analysis — ESILV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 maximale par année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2112492"/>
            <a:ext cx="6729984" cy="3181657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assets/fig1_mag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5644"/>
            <a:ext cx="6583680" cy="3035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463040"/>
            <a:ext cx="4206240" cy="4480560"/>
          </a:xfrm>
          <a:prstGeom prst="roundRect">
            <a:avLst>
              <a:gd name="adj" fmla="val 1304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772400" y="169164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de regroupement : groupby('Year').max() sur la magnitude.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maxima restent élevés : entre 7,6 et 9,1 chaque année.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Pics à 9,1 en 2004 (Sumatra) et 2011 (Tōhoku).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en 2022 (7,6) — qui reste un séisme majeur.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tendance nette sur les maxima annuels.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Analysis — ESILV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Règles d'association (Apriori)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1653087"/>
            <a:ext cx="6729984" cy="410046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assets/fig3_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26239"/>
            <a:ext cx="6583680" cy="39541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463040"/>
            <a:ext cx="4206240" cy="4480560"/>
          </a:xfrm>
          <a:prstGeom prst="roundRect">
            <a:avLst>
              <a:gd name="adj" fmla="val 1304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772400" y="169164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Fouille de motifs : variables binarisées puis algorithme Apriori.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= fréquence · Confidence = fiabilité · Lift = force.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high_magnitude → high_sig + high_cdi (conf. 0,54 ; lift 1,49).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low_depth + high_magnitude → high_sig : confiance = 1,00.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superficiel + puissant = toujours significatif.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Analysis — ESILV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 temporelle et prévision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2113890"/>
            <a:ext cx="6729984" cy="31788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assets/fig2_tempo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87042"/>
            <a:ext cx="6583680" cy="30325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463040"/>
            <a:ext cx="4206240" cy="4480560"/>
          </a:xfrm>
          <a:prstGeom prst="roundRect">
            <a:avLst>
              <a:gd name="adj" fmla="val 1304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772400" y="169164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temporelle : nombre de séismes par an + régression linéaire.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28 (2001) à 40 (2022) ; pics en 2013 et 2015 (53).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Pente de +0,7 séisme/an — légère hausse.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Prévisions : ~43, 44, 45 séismes en 2023–2025.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Prudence : reflète surtout l'amélioration de la détection.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Analysis — ESILV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spatial (KMeans)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1983425"/>
            <a:ext cx="6729984" cy="3439791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0" descr="assets/fig4_clus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56577"/>
            <a:ext cx="6583680" cy="329348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98080" y="1463040"/>
            <a:ext cx="4206240" cy="4480560"/>
          </a:xfrm>
          <a:prstGeom prst="roundRect">
            <a:avLst>
              <a:gd name="adj" fmla="val 1304"/>
            </a:avLst>
          </a:prstGeom>
          <a:solidFill>
            <a:srgbClr val="F4F8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7772400" y="1691640"/>
            <a:ext cx="3657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spatiale : KMeans (6 zones) sur latitude/longitude.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normalisées (StandardScaler) avant clustering.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zones dessinent la « Ceinture de feu » du Pacifique.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2 : le plus actif (238 séismes, 27,7 % tsunami).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5 : le plus dangereux (43 séismes mais 60,5 % tsunami).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Analysis — ESILV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 visualisation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4 indicateurs réunis dans une page HTML interactive (Plotly).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62256" y="1600200"/>
            <a:ext cx="4950607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5" name="Image 0" descr="assets/fig1_magma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76" y="1645920"/>
            <a:ext cx="4859167" cy="2240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96087" y="1600200"/>
            <a:ext cx="3821506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assets/fig3_ru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807" y="1645920"/>
            <a:ext cx="3730066" cy="2240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60016" y="4023360"/>
            <a:ext cx="4955088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9" name="Image 2" descr="assets/fig2_tempor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736" y="4069080"/>
            <a:ext cx="4863648" cy="22402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721960" y="4023360"/>
            <a:ext cx="456976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3" descr="assets/fig4_clust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680" y="4069080"/>
            <a:ext cx="4478320" cy="22402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Data Analysis — ESILV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754880" cy="4754880"/>
          </a:xfrm>
          <a:prstGeom prst="ellipse">
            <a:avLst/>
          </a:prstGeom>
          <a:solidFill>
            <a:srgbClr val="2232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2377440" cy="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Magnitudes maximales stables et élevées (7,6 à 9,1).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Superficiel + forte magnitude = marqueur fiable d'un séisme significatif.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Légère hausse du nombre d'événements détectés (+0,7/an).</a:t>
            </a:r>
            <a:endParaRPr lang="en-US" sz="1800" dirty="0"/>
          </a:p>
          <a:p>
            <a:pPr marL="203200" indent="-2032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7EE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zones les plus actives ne sont pas les plus dangereuses : le risque de tsunami est localisé.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projet illustre l'ensemble du processus KDD, de la donnée brute au dashboard interactif.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— Questions 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834</Words>
  <Application>Microsoft Office PowerPoint</Application>
  <PresentationFormat>Grand écran</PresentationFormat>
  <Paragraphs>112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des seismes et tsunamis</dc:title>
  <dc:subject>PptxGenJS Presentation</dc:subject>
  <dc:creator>Equipe Seismes</dc:creator>
  <cp:lastModifiedBy>IGLOULI Chanez</cp:lastModifiedBy>
  <cp:revision>2</cp:revision>
  <dcterms:created xsi:type="dcterms:W3CDTF">2026-06-16T17:59:46Z</dcterms:created>
  <dcterms:modified xsi:type="dcterms:W3CDTF">2026-06-19T13:34:59Z</dcterms:modified>
</cp:coreProperties>
</file>